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7" baseType="lpstr">
      <vt:lpstr>Arial</vt:lpstr>
      <vt:lpstr>宋体</vt:lpstr>
      <vt:lpstr>Wingdings</vt:lpstr>
      <vt:lpstr>Wingdings</vt:lpstr>
      <vt:lpstr>Arial Unicode MS</vt:lpstr>
      <vt:lpstr>微软雅黑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/>
</file>

<file path=docProps/custom.xml><?xml version="1.0" encoding="utf-8"?>
<Properties xmlns="http://schemas.openxmlformats.org/officeDocument/2006/custom-properties"/>
</file>